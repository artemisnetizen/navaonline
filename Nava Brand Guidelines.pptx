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771BB-D1C7-D88E-96D9-2C970FDEBD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4B8EF7-4FC7-BF33-883F-59956D918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7E358-7A3A-53B6-45F6-FC329B55C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34F6-1549-4E22-9A07-D68AA03B40B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D1AE6-940E-82FC-B719-20A9B490F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68136-8F1C-2808-1900-8C371BCF5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1002F-384C-43C4-8663-5D2CD9AFE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832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DFF93-50F0-01AF-4C3C-FE27D815C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D0FFE-73D1-48E8-2B8F-1E93B672D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DEC3F-5C41-4F5E-7B1C-C2F6F45FA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34F6-1549-4E22-9A07-D68AA03B40B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6C5D3-23BD-3573-2114-BFF24CB41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CB72D-7E0A-ED78-D7C3-DDB4D2F68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1002F-384C-43C4-8663-5D2CD9AFE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50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237C9-1D20-154F-51DA-CBAC79A03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2480E-AC87-4B78-F333-8ACA3A411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EF1CE-5D64-AD96-3FFC-75D861F38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34F6-1549-4E22-9A07-D68AA03B40B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0275E-B9A8-3EA1-9043-72596825D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ED346-B7C5-0FE9-2E42-CEE29501B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1002F-384C-43C4-8663-5D2CD9AFE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570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6E7E4-F785-F400-35B2-2D4ED58B2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F9356-3177-3DF9-87E6-489D0EC26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E26D3-7BD2-DB4B-75D9-95B62C05B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913C1-0EBC-699E-8732-F5744CB5F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34F6-1549-4E22-9A07-D68AA03B40B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5B3CC-8F5F-FDEB-38E3-32EFC4CA0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3886F-7568-7C18-EEE7-93168CE13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1002F-384C-43C4-8663-5D2CD9AFE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481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B840C-B4EE-2827-24A0-AD976F396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E42A4-4F60-C51A-BBA1-E4CE38BC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113F7-E3D4-D49C-9A66-AE71BB5D9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A37ACB-4FB4-6001-1D4A-66BAFB55D2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E2E983-2BD0-5421-5BB1-60147787B8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AB10B2-C104-530D-893D-DF383AAD0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34F6-1549-4E22-9A07-D68AA03B40B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42E12B-60FA-ED89-F35B-41BC645AD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92E275-BD9E-AAB1-CD7D-F4D855826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1002F-384C-43C4-8663-5D2CD9AFE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411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8F49-9F53-F778-15A2-F8525DB81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4C46F-7F31-8C5F-E1BF-F0D583430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34F6-1549-4E22-9A07-D68AA03B40B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00E1B-37D2-1519-9CD5-AC5E89350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3036CB-867E-8055-D9CF-5922B5C50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1002F-384C-43C4-8663-5D2CD9AFE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755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66CCFB-7850-E1DA-F0EC-2BC70F922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34F6-1549-4E22-9A07-D68AA03B40B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10081F-FA4C-C819-F388-7424776B5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08609-92CB-5D44-E747-D3B6AEAB1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1002F-384C-43C4-8663-5D2CD9AFE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75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A4C6A-463E-0281-190B-5AF88AACE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085E4-C146-579F-0D8B-277921FC1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372E7-59E1-3DBE-2978-122F5AC9D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CA9173-C363-DA7C-9A8A-C979C8E70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34F6-1549-4E22-9A07-D68AA03B40B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6BD4C6-5CA9-E151-D812-EBCF42C6C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D050A2-9348-CA81-4B49-F8DAA14DE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1002F-384C-43C4-8663-5D2CD9AFE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115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2EEB5-A609-BADD-F206-8750A9774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192963-6E22-DF0E-A580-F405707C7F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6CC55C-8748-1036-148F-6D7E477F7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64857C-C66A-EF41-E1FB-C0C83D224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34F6-1549-4E22-9A07-D68AA03B40B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D47DE4-11B2-9822-00F4-6D342D3A3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38C2C4-C493-B760-D12D-33F125962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1002F-384C-43C4-8663-5D2CD9AFE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02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E96E7-29D0-B88E-B3CB-65DED02C1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D0242B-3F67-5520-89ED-4F1BA621B0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2D8D0-7643-ABC3-02DE-D9B96B5A2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34F6-1549-4E22-9A07-D68AA03B40B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6DBE2-BA64-A3BF-321C-5DFACE8CD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D0FF4-958F-8C89-8900-E94A59311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1002F-384C-43C4-8663-5D2CD9AFE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25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9AF21F-979B-C6AE-F6FD-9F607D2F51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BD3354-A29F-60C3-E90C-03846C0AF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D484E-B0B3-D671-20B8-8B6DEC442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734F6-1549-4E22-9A07-D68AA03B40B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78D85-C482-0665-0D74-0986FDCD6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7C3D5-82A2-2451-3AE1-76B1B47D2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1002F-384C-43C4-8663-5D2CD9AFE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133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F72470-AE48-59A6-E567-1B24EDD94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E52EB-1EAA-DF2A-9F8C-1FA19B52F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71742-4BB7-F927-323F-E5CB4262F5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A734F6-1549-4E22-9A07-D68AA03B40BE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75BE7-80AF-0231-872E-52F39C8D13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EF2CA-F141-D0A8-A420-BF4D9D25F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61002F-384C-43C4-8663-5D2CD9AFE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506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82C4C3-A441-2072-77E0-B8DEC55BC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380"/>
            <a:ext cx="12192000" cy="673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934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3455B5-F628-DE2A-E8C7-F038DFC6D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84"/>
            <a:ext cx="12192000" cy="679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377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0A35A6-A78D-A15C-788F-C534FE071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18"/>
            <a:ext cx="12192000" cy="680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975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5B0736-DE87-164B-A466-88119264D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58"/>
            <a:ext cx="12192000" cy="676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445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Venkatramani</dc:creator>
  <cp:lastModifiedBy>Deepak Venkatramani</cp:lastModifiedBy>
  <cp:revision>1</cp:revision>
  <dcterms:created xsi:type="dcterms:W3CDTF">2026-04-15T11:10:14Z</dcterms:created>
  <dcterms:modified xsi:type="dcterms:W3CDTF">2026-04-15T11:12:17Z</dcterms:modified>
</cp:coreProperties>
</file>